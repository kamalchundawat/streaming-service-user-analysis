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665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dirty="0"/>
              <a:t>Streaming Service Data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dirty="0"/>
              <a:t>Dataset: 1,000 users | 23 data columns | 7 countries</a:t>
            </a:r>
          </a:p>
          <a:p>
            <a:r>
              <a:rPr dirty="0"/>
              <a:t>Countries: USA, UK, Canada, India, Australia, France, Germany</a:t>
            </a:r>
          </a:p>
          <a:p>
            <a:r>
              <a:rPr dirty="0"/>
              <a:t>Scope: Data Cleaning → </a:t>
            </a:r>
            <a:r>
              <a:rPr lang="en-IN" dirty="0"/>
              <a:t>Table view</a:t>
            </a:r>
            <a:r>
              <a:rPr dirty="0"/>
              <a:t> → Pivot Analysis → Dashboard</a:t>
            </a:r>
          </a:p>
          <a:p>
            <a:r>
              <a:rPr dirty="0"/>
              <a:t>Objective: Identify revenue opportunities, retention risks, and user behavior insights</a:t>
            </a:r>
          </a:p>
          <a:p>
            <a:r>
              <a:rPr dirty="0"/>
              <a:t>Tools Used: Microsoft Excel (Formulas, Pivot Tables, Charts, Dashboard)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dirty="0"/>
              <a:t>Data Preparation &amp; Enhancements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43900" cy="4983162"/>
          </a:xfr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dirty="0"/>
              <a:t>Raw data included user demographics, usage, subscription, and payment details</a:t>
            </a:r>
          </a:p>
          <a:p>
            <a:r>
              <a:rPr dirty="0"/>
              <a:t>Created Subscription Plan column (Basic, Standard, Pro)</a:t>
            </a:r>
          </a:p>
          <a:p>
            <a:r>
              <a:rPr dirty="0"/>
              <a:t>Calculated Days Since Last Login using latest login date</a:t>
            </a:r>
          </a:p>
          <a:p>
            <a:r>
              <a:rPr dirty="0"/>
              <a:t>Derived Retention Status: Active, At Risk, Inactive</a:t>
            </a:r>
          </a:p>
          <a:p>
            <a:r>
              <a:rPr dirty="0"/>
              <a:t>Result: Clean and enriched dataset ready for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dirty="0"/>
              <a:t>Revenue &amp; Subscription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dirty="0"/>
              <a:t>Total Monthly Revenue: $12,026</a:t>
            </a:r>
          </a:p>
          <a:p>
            <a:r>
              <a:rPr dirty="0"/>
              <a:t>Basic: 323 users ($2,581)</a:t>
            </a:r>
          </a:p>
          <a:p>
            <a:r>
              <a:rPr dirty="0"/>
              <a:t>Standard: 345 users ($4,137)</a:t>
            </a:r>
          </a:p>
          <a:p>
            <a:r>
              <a:rPr dirty="0"/>
              <a:t>Pro: 332 users ($5,309)</a:t>
            </a:r>
          </a:p>
          <a:p>
            <a:r>
              <a:rPr dirty="0"/>
              <a:t>Insight: Strong upsell opportunity to move Basic users to higher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dirty="0"/>
              <a:t>Engagement &amp; Viewing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1649"/>
            <a:ext cx="8229600" cy="4505325"/>
          </a:xfr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dirty="0"/>
              <a:t>Total Watch Hours: 254,516 (Avg: 254.5 hours per user)</a:t>
            </a:r>
          </a:p>
          <a:p>
            <a:r>
              <a:rPr dirty="0"/>
              <a:t>Avg Movies Watched: ~516 | Avg Series Watched: ~100</a:t>
            </a:r>
          </a:p>
          <a:p>
            <a:r>
              <a:rPr dirty="0"/>
              <a:t>Highest engagement for users receiving 60–69 recommendations</a:t>
            </a:r>
          </a:p>
          <a:p>
            <a:r>
              <a:rPr dirty="0"/>
              <a:t>Late Night is the most preferred viewing time</a:t>
            </a:r>
          </a:p>
          <a:p>
            <a:r>
              <a:rPr dirty="0"/>
              <a:t>Recommendation: Schedule releases and notifications for late-night hours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t>Payment &amp; Regional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5450"/>
            <a:ext cx="8229600" cy="4430713"/>
          </a:xfr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dirty="0"/>
              <a:t>Most used payment method: PayPal</a:t>
            </a:r>
          </a:p>
          <a:p>
            <a:r>
              <a:rPr dirty="0"/>
              <a:t>High Cryptocurrency usage (~25% of users)</a:t>
            </a:r>
          </a:p>
          <a:p>
            <a:r>
              <a:rPr dirty="0"/>
              <a:t>Top user regions: USA, UK, France</a:t>
            </a:r>
          </a:p>
          <a:p>
            <a:r>
              <a:rPr dirty="0"/>
              <a:t>India has the lowest user base – high growth potential</a:t>
            </a:r>
          </a:p>
          <a:p>
            <a:r>
              <a:rPr dirty="0"/>
              <a:t>Opportunity: Crypto promotions and regional expansion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2747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dirty="0"/>
              <a:t>Dashboard &amp; </a:t>
            </a:r>
            <a:r>
              <a:rPr lang="en-IN" dirty="0"/>
              <a:t>Key Actions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91125"/>
          </a:xfrm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dirty="0"/>
              <a:t>Dashboard shows revenue by plan, engagement metrics, and viewing patterns</a:t>
            </a:r>
          </a:p>
          <a:p>
            <a:r>
              <a:rPr lang="en-IN" dirty="0"/>
              <a:t>Pivot chart </a:t>
            </a:r>
            <a:r>
              <a:rPr dirty="0"/>
              <a:t>displays payment preferences by country</a:t>
            </a:r>
          </a:p>
          <a:p>
            <a:r>
              <a:rPr dirty="0"/>
              <a:t>Key Actions:</a:t>
            </a:r>
          </a:p>
          <a:p>
            <a:r>
              <a:rPr dirty="0"/>
              <a:t>Upsell Basic users to increase revenue</a:t>
            </a:r>
          </a:p>
          <a:p>
            <a:r>
              <a:rPr dirty="0"/>
              <a:t>Optimize recommendation volume (60–69 range)</a:t>
            </a:r>
          </a:p>
          <a:p>
            <a:r>
              <a:rPr dirty="0"/>
              <a:t>Target Late Night for content releases</a:t>
            </a:r>
          </a:p>
          <a:p>
            <a:r>
              <a:rPr dirty="0"/>
              <a:t>Focus expansion efforts in India</a:t>
            </a:r>
            <a:r>
              <a:rPr lang="en-IN" dirty="0"/>
              <a:t> &amp; Canada 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D4A9-989D-5563-A6FA-171C3DE1E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1763"/>
            <a:ext cx="8315325" cy="925512"/>
          </a:xfrm>
          <a:solidFill>
            <a:schemeClr val="accent2"/>
          </a:solidFill>
        </p:spPr>
        <p:txBody>
          <a:bodyPr/>
          <a:lstStyle/>
          <a:p>
            <a:r>
              <a:rPr lang="en-IN" dirty="0"/>
              <a:t>Business Recommendations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FD2FA-B2A8-5731-C62F-A4FFA0443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446519"/>
            <a:ext cx="8315325" cy="5016758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limited-time upgrade offers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convert Basic users to Standard/Pro.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 premium features (HD streaming,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devices) as part of upgrade campaigns.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annual subscription discounts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long-term revenue stability.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Target </a:t>
            </a:r>
            <a:r>
              <a:rPr lang="en-US" altLang="en-US" sz="2400" b="1" dirty="0">
                <a:latin typeface="Arial" panose="020B0604020202020204" pitchFamily="34" charset="0"/>
              </a:rPr>
              <a:t>At-Risk users</a:t>
            </a:r>
            <a:r>
              <a:rPr lang="en-US" altLang="en-US" sz="2400" dirty="0">
                <a:latin typeface="Arial" panose="020B0604020202020204" pitchFamily="34" charset="0"/>
              </a:rPr>
              <a:t> (16–45 days inactive) with reminder emails and personalized content suggestions.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Provide loyalty rewards or bonus content for </a:t>
            </a:r>
            <a:r>
              <a:rPr lang="en-US" altLang="en-US" sz="2400" b="1" dirty="0">
                <a:latin typeface="Arial" panose="020B0604020202020204" pitchFamily="34" charset="0"/>
              </a:rPr>
              <a:t>high-engagement users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Re-engage </a:t>
            </a:r>
            <a:r>
              <a:rPr lang="en-US" altLang="en-US" sz="2400" b="1" dirty="0">
                <a:latin typeface="Arial" panose="020B0604020202020204" pitchFamily="34" charset="0"/>
              </a:rPr>
              <a:t>Inactive users</a:t>
            </a:r>
            <a:r>
              <a:rPr lang="en-US" altLang="en-US" sz="2400" dirty="0">
                <a:latin typeface="Arial" panose="020B0604020202020204" pitchFamily="34" charset="0"/>
              </a:rPr>
              <a:t> through special comeback offers.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632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401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Streaming Service Data Analysis </vt:lpstr>
      <vt:lpstr>Data Preparation &amp; Enhancements </vt:lpstr>
      <vt:lpstr>Revenue &amp; Subscription Insights</vt:lpstr>
      <vt:lpstr>Engagement &amp; Viewing Behavior</vt:lpstr>
      <vt:lpstr>Payment &amp; Regional Trends</vt:lpstr>
      <vt:lpstr>Dashboard &amp; Key Actions</vt:lpstr>
      <vt:lpstr>Business Recommendations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kamalsingh3627@gmail.com</cp:lastModifiedBy>
  <cp:revision>2</cp:revision>
  <dcterms:created xsi:type="dcterms:W3CDTF">2013-01-27T09:14:16Z</dcterms:created>
  <dcterms:modified xsi:type="dcterms:W3CDTF">2026-02-22T08:10:59Z</dcterms:modified>
  <cp:category/>
</cp:coreProperties>
</file>